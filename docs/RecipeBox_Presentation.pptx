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RecipeBox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CF0F1"/>
                </a:solidFill>
              </a:rPr>
              <a:t>Modern Social Recipe Sharing &amp; Meal Planning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Internship Project by Arunkumar Dabhi | Full Stack MERN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📱 Modern social recipe sharing platform combining Instagram-style engagement with practical meal planning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🏗️ Full-stack MERN application (MongoDB, Express.js, React.js, Node.js)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🎨 Visual-first design with high-quality food photography as primary discovery mechanism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👥 Community-driven features: follow creators, personalized feeds, ratings, comments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📅 Integrated 7-day drag-and-drop meal planner with recipe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☁️ Cloud-deployed on Vercel (frontend), MongoDB Atlas (database), Cloudinary (media)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🔐 Enterprise-grade security with JWT authentication and password encryption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📊 42-page comprehensive documentation + production-ready codebase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Traditional recipe websites are cluttered with ads and irrelevant content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No dedicated social network for food enthusiasts to showcase creations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Fragmented ecosystem - users need multiple apps for recipes, planning, community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9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Basic search functionality inadequate for complex filtering (ingredients, time, diet)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Poor visual presentation despite food being inherently visual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Limited engagement features compared to modern social platforms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❌ No integrated meal planning with recipes and nutritional tracking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Solution &amp; Key Highlights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Unified ecosystem with recipes, discovery, community, and meal planning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Visual-first design emphasizing high-quality food photography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Advanced multi-criteria search with ingredient inclusion/exclusion filters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Social features: follow creators, personalized feeds, ratings, comments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Interactive 7-day meal planner with drag-and-drop recipe assignment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Digital cookbooks for organizing recipes by meal type or occasion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Responsive design: mobile-optimized for kitchen 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Cloud-native architecture with automatic scaling and high availability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Frontend: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React.js • Vite • Tailwind CSS • TanStack Query • React Router DOM • Axios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Backend: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Node.js • Express.js • Mongoose • bcryptjs • Multer • JWT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Database: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MongoDB Atlas • Compass (GUI)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Media &amp; Storage: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Cloudinary (image optimization) • MongoDB Backups (geo-replication)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Deployment: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926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Vercel (Frontend) • Render/Vercel (Backend) • MongoDB Atlas (Cloud DB)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Development Tools: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383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Git • VS Code • Postman • Chrome DevTools • npm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Components, Context, TanStack 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HTTPS/REST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JWT Tokens, Bearer Auth, Interceptors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Node + Express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240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Controllers, Middleware, Routes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Data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Mongoose + bcrypt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Schema, Validation, Hashing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Collections, Indexing, Replication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Storage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Cloudinary + Backups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Image Optimization, CDN,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Core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👤 User Management: Registration, login, profiles, avatar upload, follower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🍳 Recipe Management: Create, edit, delete with structured ingredients &amp;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📸 Image Upload: Drag-and-drop with Cloudinary optimization &amp; CDN delivery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9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🔍 Advanced Search: Filter by tags, ingredients, cooking time, difficulty level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👥 Social Features: Follow/unfollow, personalized feed, ratings (1-5 stars), comments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📚 Digital Cookbooks: Save recipes into custom collections organized by category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📅 Meal Planner: Interactive 7-day calendar with drag-and-drop recipe assignment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856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🎨 UI/UX: Responsive design, dark/light themes, skeleton loaders, toast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Database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Collections &amp; Relationships: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Users: username, email, password (hashed), avatar, bio, followers[], following[]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Recipes: title, description, imageUrl, cookingTime, difficulty, ingredients[], instructions[], author (Ref)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2257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Comments: text, user (Ref), recipe (Ref), createdAt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Ratings: stars (1-5), user (Ref), recipe (Ref), createdAt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Cookbooks: title, owner (Ref), recipes[] (Ref array), createdAt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MealPlans: user (Ref), weekOf, days[{Mon-Sun}] with recipe refs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Key Features: Proper indexing on frequently searched fields (tags, title, author), MongoDB aggregation pipelines for complex queries, referencing pattern for many-to-many relationships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Implementation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🔐 JWT Dual-Token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Access Token: 15-minute expiry in Authorization header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Refresh Token: 7-day expiry in HttpOnly Secure cookie (XSS protection)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Automatic silent refresh when token expires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677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🔒 Password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bcryptjs hashing with 10 salt rounds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4553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Never log or expose plaintext passwords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381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Passwords validated for minimum length and complexity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30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🛡️ API Protection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CORS configuration with whitelisted domains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085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Input validation and sanitization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9011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NoSQL injection prevention via Mongoose schemas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1937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Rate limiting on sensitive endpoints (login, registration)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 • HTTPS/TLS encryption for all data in transit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REST API Endpoints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2618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POST /register, /login, /refresh, /logout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5029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Recipes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GET /recipes (paginated), GET /recipes/search, POST /recipes, PUT/DELETE /:id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8229600" cy="5029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Social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39572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GET /feed, POST /users/:id/follow, POST /recipes/:id/rate, /comment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Collections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96265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GET/POST /cookbooks, POST /cookbooks/:id/recipes (save recipe)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8229600" cy="50292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9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Meal Plans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52958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GET /mealplans, POST /mealplans (save weekly schedule)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Deployment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16459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Automated Vite builds, single-page rewrite, CDN distribution, auto HTTPS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16459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Render.com / Vercel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Serverless Node.js runtime, container-based deployment, auto-scaling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16459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M0-M2 shared/dedicated clusters, replica sets, automatic backups, geo-replication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Media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560320"/>
            <a:ext cx="16459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Cloudinary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Image optimization, on-the-fly transformations, global CDN, malware scanning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Homepage Load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1.2 sec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API Average Response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180 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Search Query Response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250 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06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Image Upload +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2-3 sec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Lighthouse Performance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87/100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Lighthouse Accessibility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92/100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Bundle Size (gzipped)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180 KB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34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Concurrent Users Supported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500+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Development &amp; Testing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Unit Testing: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Component tests (React Testing Library), Controller tests, Model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Integration Testing: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End-to-end feature testing (Cypress/Playwright), API workflow 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API Testing: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03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Endpoint validation (Jest + supertest), Status code verification, Error handling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Performance Testing: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560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Load testing (JMeter), Lighthouse audits, Query optimization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Security Testing: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Input validation, Authentication flow, Authorization checks, Rate limiting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Challenges &amp; Solutions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Image Upload &amp; Optimization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Integrated Cloudinary with Multer for stream processing and CDN delivery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Complex Search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276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Implemented MongoDB aggregation pipelines for efficient multi-criteria filtering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665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Token Refresh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06654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Dual-token approach with Axios interceptors for seamless user experience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054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Database Relationships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50545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Strategic use of referencing vs embedding for optimal query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Mobile Responsiveness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9443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Tailwind CSS mobile-first approach with responsive components and dark mode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Future Enhancements (Phase 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🤖 AI-powered recipe recommendations and ingredient-based suggestions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📹 Video upload support (short-form cooking reels and tutorials)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🛒 Automated grocery list generation and grocery store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9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📱 Native iOS and Android mobile applications (React Native)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🎯 User achievements, badges, and recipe challenges/competitions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💬 Direct messaging between users and recipe creator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🔗 Integration with smart kitchen devices and calorie tracking apps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856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🌍 Multi-language support and regional recipe databases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6966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💳 Premium subscription tiers with advanced features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Learnings &amp; Achievements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Full-stack JavaScript development with modern frameworks and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Building scalable RESTful APIs with proper MVC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Complex database design with MongoDB and aggregation pipelines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Security implementation (JWT, password hashing, API protection)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Cloud platform deployment (Vercel, MongoDB Atlas, Cloudinary)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Responsive UI/UX design for diverse devices and accessibility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Testing strategies (unit, integration, API, performance testing)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Production-ready codebase with error handling and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✅ Project management and time-boxed development (4-week timeline)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CF0F1"/>
                </a:solidFill>
              </a:rPr>
              <a:t>RecipeBox - Modern Recipe Sharing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Intern: Arunkumar Dabhi | Full Stack MERN Development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2026-09-13T03:47:08Z</dcterms:created>
  <dcterms:modified xsi:type="dcterms:W3CDTF">2026-09-13T03:47:08Z</dcterms:modified>
</cp:coreProperties>
</file>